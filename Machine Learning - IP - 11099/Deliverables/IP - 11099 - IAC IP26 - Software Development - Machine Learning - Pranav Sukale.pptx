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684" r:id="rId5"/>
    <p:sldId id="2685" r:id="rId6"/>
    <p:sldId id="2686" r:id="rId7"/>
    <p:sldId id="2687" r:id="rId8"/>
    <p:sldId id="2688" r:id="rId9"/>
    <p:sldId id="2689" r:id="rId10"/>
    <p:sldId id="2690" r:id="rId11"/>
    <p:sldId id="269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/>
    <p:restoredTop sz="92393" autoAdjust="0"/>
  </p:normalViewPr>
  <p:slideViewPr>
    <p:cSldViewPr snapToGrid="0" snapToObjects="1">
      <p:cViewPr varScale="1">
        <p:scale>
          <a:sx n="69" d="100"/>
          <a:sy n="69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4FB41-F542-4D56-5E21-C19D0465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DEVELOPMENT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5B693-1BA6-7BB4-E338-06E66B6C7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Development Approach</a:t>
            </a:r>
            <a:endParaRPr lang="en-IN" dirty="0"/>
          </a:p>
          <a:p>
            <a:r>
              <a:rPr lang="en-IN" dirty="0"/>
              <a:t>Followed Machine Learning Lifecycle </a:t>
            </a:r>
          </a:p>
          <a:p>
            <a:r>
              <a:rPr lang="en-IN" dirty="0"/>
              <a:t>Iterative development process </a:t>
            </a:r>
          </a:p>
          <a:p>
            <a:r>
              <a:rPr lang="en-IN" dirty="0"/>
              <a:t>Focus on accuracy + usability </a:t>
            </a:r>
          </a:p>
          <a:p>
            <a:r>
              <a:rPr lang="en-IN" dirty="0"/>
              <a:t>Integrated backend model with frontend UI </a:t>
            </a:r>
          </a:p>
          <a:p>
            <a:endParaRPr lang="en-IN" dirty="0"/>
          </a:p>
          <a:p>
            <a:r>
              <a:rPr lang="en-IN" b="1" dirty="0"/>
              <a:t>Steps:</a:t>
            </a:r>
          </a:p>
          <a:p>
            <a:r>
              <a:rPr lang="en-IN" dirty="0"/>
              <a:t>Problem understanding </a:t>
            </a:r>
          </a:p>
          <a:p>
            <a:r>
              <a:rPr lang="en-IN" dirty="0"/>
              <a:t>Data preparation </a:t>
            </a:r>
          </a:p>
          <a:p>
            <a:r>
              <a:rPr lang="en-IN" dirty="0"/>
              <a:t>Model development </a:t>
            </a:r>
          </a:p>
          <a:p>
            <a:r>
              <a:rPr lang="en-IN" dirty="0"/>
              <a:t>UI integration </a:t>
            </a:r>
          </a:p>
          <a:p>
            <a:r>
              <a:rPr lang="en-IN" dirty="0"/>
              <a:t>Testing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47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DAFD6-989C-7B61-0BAE-316A03A69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B1BB8F-5602-08B9-7298-F2F70ACD34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54471"/>
            <a:ext cx="4892686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(data handling)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 (numerical operations)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(ML models)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(UI development)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 Code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538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A3EE8-7EFB-249D-4ED4-0A709923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178BF-BC64-5208-F34F-F5272D441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Input → Processing → Output</a:t>
            </a:r>
          </a:p>
          <a:p>
            <a:r>
              <a:rPr lang="en-IN" dirty="0"/>
              <a:t>User inputs: </a:t>
            </a:r>
          </a:p>
          <a:p>
            <a:pPr lvl="1"/>
            <a:r>
              <a:rPr lang="en-IN" dirty="0"/>
              <a:t>CGPA </a:t>
            </a:r>
          </a:p>
          <a:p>
            <a:pPr lvl="1"/>
            <a:r>
              <a:rPr lang="en-IN" dirty="0"/>
              <a:t>Skills </a:t>
            </a:r>
          </a:p>
          <a:p>
            <a:pPr lvl="1"/>
            <a:r>
              <a:rPr lang="en-IN" dirty="0"/>
              <a:t>Interests </a:t>
            </a:r>
          </a:p>
          <a:p>
            <a:pPr marL="0" indent="0">
              <a:buNone/>
            </a:pPr>
            <a:r>
              <a:rPr lang="en-IN" dirty="0"/>
              <a:t>      </a:t>
            </a:r>
          </a:p>
          <a:p>
            <a:r>
              <a:rPr lang="en-IN" dirty="0"/>
              <a:t>ML Model: </a:t>
            </a:r>
          </a:p>
          <a:p>
            <a:pPr lvl="1"/>
            <a:r>
              <a:rPr lang="en-IN" dirty="0"/>
              <a:t>Data preprocessing </a:t>
            </a:r>
          </a:p>
          <a:p>
            <a:pPr lvl="1"/>
            <a:r>
              <a:rPr lang="en-IN" dirty="0"/>
              <a:t>Feature encoding </a:t>
            </a:r>
          </a:p>
          <a:p>
            <a:pPr lvl="1"/>
            <a:r>
              <a:rPr lang="en-IN" dirty="0"/>
              <a:t>Prediction </a:t>
            </a:r>
          </a:p>
          <a:p>
            <a:pPr marL="0" indent="0">
              <a:buNone/>
            </a:pPr>
            <a:r>
              <a:rPr lang="en-IN" dirty="0"/>
              <a:t>      </a:t>
            </a:r>
          </a:p>
          <a:p>
            <a:r>
              <a:rPr lang="en-IN" dirty="0"/>
              <a:t>Output: </a:t>
            </a:r>
          </a:p>
          <a:p>
            <a:pPr lvl="1"/>
            <a:r>
              <a:rPr lang="en-IN" dirty="0"/>
              <a:t>Top 3 Career Recommendations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2031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2A5BF-3BF9-5974-8DD0-320A45D1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622B9-E6FB-6437-2F35-C53910F02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cleaning </a:t>
            </a:r>
          </a:p>
          <a:p>
            <a:r>
              <a:rPr lang="en-US" dirty="0"/>
              <a:t>Handling missing values </a:t>
            </a:r>
          </a:p>
          <a:p>
            <a:r>
              <a:rPr lang="en-US" dirty="0"/>
              <a:t>Encoding categorical variables </a:t>
            </a:r>
          </a:p>
          <a:p>
            <a:r>
              <a:rPr lang="en-US" dirty="0"/>
              <a:t>Feature scaling (if required) </a:t>
            </a:r>
          </a:p>
          <a:p>
            <a:endParaRPr lang="en-US" dirty="0"/>
          </a:p>
          <a:p>
            <a:r>
              <a:rPr lang="en-US" dirty="0"/>
              <a:t>Outcome:</a:t>
            </a:r>
          </a:p>
          <a:p>
            <a:pPr marL="0" indent="0">
              <a:buNone/>
            </a:pPr>
            <a:r>
              <a:rPr lang="en-US" dirty="0"/>
              <a:t>Structured dataset ready for training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536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67CD1-017F-B454-DFC4-E331E595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DEVELOPMENT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AF562A-8ABB-BC6A-FC28-79276EB5A2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39137"/>
            <a:ext cx="514756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classification algorithms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on student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using: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refinement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023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AE3E1-C29E-70CA-37CF-D7E3FA92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TOP 3 PREDICTION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0A145-60CA-31BB-5DFE-D92F914E2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Prediction Logic: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Model predicts probabilities </a:t>
            </a:r>
          </a:p>
          <a:p>
            <a:pPr marL="0" indent="0">
              <a:buNone/>
            </a:pPr>
            <a:r>
              <a:rPr lang="en-US" dirty="0"/>
              <a:t>Top 3 highest probability careers selected </a:t>
            </a:r>
          </a:p>
          <a:p>
            <a:endParaRPr lang="en-US" dirty="0"/>
          </a:p>
          <a:p>
            <a:r>
              <a:rPr lang="en-US" b="1" dirty="0"/>
              <a:t>Benefits:</a:t>
            </a:r>
          </a:p>
          <a:p>
            <a:pPr marL="0" indent="0">
              <a:buNone/>
            </a:pPr>
            <a:r>
              <a:rPr lang="en-US" dirty="0"/>
              <a:t>More flexible recommendations </a:t>
            </a:r>
          </a:p>
          <a:p>
            <a:pPr marL="0" indent="0">
              <a:buNone/>
            </a:pPr>
            <a:r>
              <a:rPr lang="en-US" dirty="0"/>
              <a:t>Better user experience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5511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FE34-083A-DB20-5122-D5B1F30AB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A93F1-575B-05F8-7C2D-C997DA05A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Challenges: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Low initial model accuracy </a:t>
            </a:r>
          </a:p>
          <a:p>
            <a:pPr marL="0" indent="0">
              <a:buNone/>
            </a:pPr>
            <a:r>
              <a:rPr lang="en-US" dirty="0"/>
              <a:t>Handling categorical data </a:t>
            </a:r>
          </a:p>
          <a:p>
            <a:pPr marL="0" indent="0">
              <a:buNone/>
            </a:pPr>
            <a:r>
              <a:rPr lang="en-US" dirty="0"/>
              <a:t>UI state management in </a:t>
            </a:r>
            <a:r>
              <a:rPr lang="en-US" dirty="0" err="1"/>
              <a:t>Streamlit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Solutions:</a:t>
            </a:r>
          </a:p>
          <a:p>
            <a:pPr marL="0" indent="0">
              <a:buNone/>
            </a:pPr>
            <a:r>
              <a:rPr lang="en-US" dirty="0"/>
              <a:t>Feature engineering </a:t>
            </a:r>
          </a:p>
          <a:p>
            <a:pPr marL="0" indent="0">
              <a:buNone/>
            </a:pPr>
            <a:r>
              <a:rPr lang="en-US" dirty="0"/>
              <a:t>Encoding techniques </a:t>
            </a:r>
          </a:p>
          <a:p>
            <a:pPr marL="0" indent="0">
              <a:buNone/>
            </a:pPr>
            <a:r>
              <a:rPr lang="en-US" dirty="0"/>
              <a:t>Session state handling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37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ADD5-DF54-7BCE-126D-34151DA82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C6BF5-8514-C8D4-123F-52873B26D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Successfully developed ML-based career guidance system </a:t>
            </a:r>
          </a:p>
          <a:p>
            <a:pPr marL="0" indent="0">
              <a:buNone/>
            </a:pPr>
            <a:r>
              <a:rPr lang="en-US" dirty="0"/>
              <a:t>Integrated model with UI </a:t>
            </a:r>
          </a:p>
          <a:p>
            <a:pPr marL="0" indent="0">
              <a:buNone/>
            </a:pPr>
            <a:r>
              <a:rPr lang="en-US" dirty="0"/>
              <a:t>Improved decision-making for students </a:t>
            </a:r>
          </a:p>
          <a:p>
            <a:endParaRPr lang="en-US" dirty="0"/>
          </a:p>
          <a:p>
            <a:r>
              <a:rPr lang="en-US" b="1" dirty="0"/>
              <a:t>Future Scope:</a:t>
            </a:r>
          </a:p>
          <a:p>
            <a:pPr marL="0" indent="0">
              <a:buNone/>
            </a:pPr>
            <a:r>
              <a:rPr lang="en-US" dirty="0"/>
              <a:t>Use real datasets </a:t>
            </a:r>
          </a:p>
          <a:p>
            <a:pPr marL="0" indent="0">
              <a:buNone/>
            </a:pPr>
            <a:r>
              <a:rPr lang="en-US" dirty="0"/>
              <a:t>Deploy online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816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6790</TotalTime>
  <Words>215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DEVELOPMENT APPROACH</vt:lpstr>
      <vt:lpstr>TECHNOLOGY STACK</vt:lpstr>
      <vt:lpstr>SYSTEM ARCHITECTURE</vt:lpstr>
      <vt:lpstr>DATA PROCESSING</vt:lpstr>
      <vt:lpstr>MODEL DEVELOPMENT</vt:lpstr>
      <vt:lpstr>TOP 3 PREDICTION LOGIC</vt:lpstr>
      <vt:lpstr>CHALLENGES FACED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SUKALE PRANAV SANTOSH</cp:lastModifiedBy>
  <cp:revision>243</cp:revision>
  <dcterms:created xsi:type="dcterms:W3CDTF">2023-07-15T03:43:48Z</dcterms:created>
  <dcterms:modified xsi:type="dcterms:W3CDTF">2026-03-30T17:34:34Z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